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建议用时：50 秒
本项目实现的是一个轻量级编码代理框架，项目名称是 mini_code。它不是一个单纯的大模型聊天程序，而是把模型调用、工具执行、任务状态、后台命令和多代理协作组织成一个完整的工程系统。
从使用角度看，用户可以通过 mini-code chat 进入交互式会话，让模型理解开发需求，并根据需要读取文件、执行命令、修改文件或者管理任务。从系统角度看，它更像一个 mini 版的编码代理运行时，负责把模型的推理能力和真实工作区操作连接起来。
本次汇报我会按照项目背景、意义价值、需求描述、概要设计、详细方案、验证结果和应用效果展开。其中重点会放在两个方面：第一，整个项目过程中模型是怎么被使用的；第二，模型在编码代理场景中的能力和边界分别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
当前大模型已经具备较强的代码理解和生成能力。例如，它可以解释一段代码的作用，可以根据需求生成函数，也可以分析报错原因。但是在真实开发场景里，只有这些能力还不够。
真实开发任务通常需要连续操作。比如，先阅读项目结构，再定位相关模块，然后修改文件，接着运行测试，最后根据测试结果继续调整。这个过程涉及文件系统、命令执行、状态记录和多轮上下文。如果只是把问题一次性发给模型，模型很难稳定完成整个闭环。
因此，这个项目的背景是：我们希望把大模型从“回答问题的工具”进一步工程化为“能协助完成开发流程的代理”。这就需要一个中间层，也就是代理运行框架。这个框架既要把模型能力接入进来，又要控制模型能做什么、怎么做、做完之后如何验证。
mini_code 正是在这个背景下设计的。它不追求做一个庞大的商业级产品，而是用相对小的代码规模，覆盖编码代理最核心的几个问题：模型调用、工具调用、上下文管理、任务管理和协作机制。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
这个项目的价值可以从五个角度理解。
第一是工程价值。项目采用 src 布局，并且把配置、模型调用、运行时、工具和功能模块拆开。这样后续如果要替换模型提供商、增加工具，或者扩展 CLI 命令，都不需要推翻整个结构。
第二是使用价值。用户可以直接通过命令行和代理交互，不需要自己手动拼接模型请求，也不需要自己维护复杂的消息历史。项目把这些逻辑封装到了运行时中。
第三是协作价值。项目不仅支持单个主代理，还支持子代理和队友线程。队友之间可以通过 inbox 传递消息，也可以从任务板中认领任务。这使它具备了多代理协同的雏形。
第四是安全价值。模型不能直接无限制操作系统。项目中的文件路径会限制在工作区内，bash 工具也会拦截一些危险命令，大输出会被截断或落盘，避免大量内容直接塞回上下文。
第五是研究价值。项目记录了模型请求、响应、错误、耗时和 token usage，这些日志可以帮助我们分析模型什么时候选择工具、工具参数是否合理、上下文压缩是否有效。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 10 秒
从项目内容来看，需求可以分成六类。
第一类是基础交互需求。系统需要提供一个 CLI 入口，让用户可以通过 mini-code chat 开始会话，也可以通过 tasks、team、bg 等子命令查看任务、团队和后台任务状态。
第二类是工具能力需求。模型需要能够读取项目文件、写入文件、执行 shell 命令、编辑文件内容。否则模型只能给出建议，不能真正参与开发流程。
第三类是状态管理需求。复杂任务不是一轮完成的，所以系统需要 Todo 列表、持久任务板、会话快照和后台任务记录。这些状态都保存在工作区本地目录中，例如 .tasks、.team、.sessions 和 .transcripts。
第四类是智能能力需求。模型要能够根据当前任务选择工具，还要支持上下文过长时的自动压缩，也要能通过 load_skill 加载特定技能说明，通过 task 工具启动子代理完成隔离探索。
第五类是协作需求。项目支持生成 teammate，每个队友有自己的角色、线程和工具集合。队友可以接收消息、发送消息、认领任务，也可以通过 shutdown 协议退出。
第六类是配置需求。系统需要从环境变量或 .env 加载模型 ID、API Key、Base URL 等配置，并统一生成工作区路径，保证运行环境可复现。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
项目的概要设计采用分层结构。
最上层是 cli.py，负责解析命令行参数、进入交互式会话，以及把运行结果打印给用户。它本身不直接处理复杂逻辑，而是通过 build_app() 组装配置、模型 provider、各类 manager 和 runtime。
中间层是 runtime.py，这是整个项目的核心。它负责维护对话历史、构建工具 schema、调用模型、解析模型返回的 tool use，并把工具执行结果重新注入到历史中。
再往下是 features 和 tools。features 包含任务板、Todo、技能加载、后台任务、团队协作等业务能力；tools 包含文件读写、编辑、shell 执行和子代理运行。
底层是 llm.py 和 config.py。llm.py 封装 Anthropic 调用和日志记录，config.py 负责环境变量、工作区路径和运行阈值。
这样的依赖方向比较清晰：CLI 依赖 Runtime，Runtime 依赖 Features、Tools 和 LLM，而 Tools 不反向依赖 Runtime。这降低了模块耦合，也让单元测试更容易编写。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 15 秒
详细方案的核心是 AgentRuntime.run_turn()。它定义了一轮代理工作的完整生命周期。
第一步是上下文处理。系统会先执行 microcompact，把较早且较长的工具结果替换成简短标记，保留最近几次工具结果。这样可以减少无效上下文占用。如果整体历史超过阈值，还会触发 auto_compact，调用模型对历史进行总结，并把总结作为新的延续上下文。
第二步是外部事件注入。后台命令完成后，结果会以 background-results 的形式注入历史。团队消息则会以 inbox 的形式注入历史。这样模型在下一轮就能感知异步任务和队友消息。
第三步是模型调用。Runtime 会构建系统提示词和工具 schema，然后通过 provider 调用模型。这里的工具 schema 描述了模型可用的工具名称、参数类型和必填字段。
第四步是工具调度。如果模型返回 tool_use，Runtime 会根据工具名找到对应 handler，比如 read_file、bash、task_create 或 spawn_teammate。工具执行后，系统把结果包装成 tool_result，继续交给模型。
因此，模型负责选择动作，系统负责真实执行和结果反馈。这个设计形成了“模型推理 - 工具执行 - 结果回传 - 继续推理”的闭环。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 10 秒
项目中模型的使用方式比较集中，主要通过 AnthropicProvider.create_message() 完成。这样做的好处是所有模型调用都走同一个入口，便于统一配置、统一记录日志，也便于后续替换实现。
每次模型调用的输入主要包含四部分。第一是 system prompt，用来告诉模型当前工作区、可用技能和行为规范。第二是 conversation history，也就是用户输入、模型回复和工具结果组成的历史。第三是 tool schemas，用来告诉模型有哪些工具、每个工具需要哪些参数。第四是 max_tokens，限制单次输出规模。
模型输出也分两类。一类是普通文本，说明模型认为可以直接回复用户。另一类是 tool_use，说明模型希望系统执行某个工具。例如模型可能请求 read_file 来查看文件，请求 bash 来运行测试，或者请求 task_create 创建任务。
另外，项目对模型调用做了结构化日志记录。每次交互都会记录 request、response、error、duration 和 usage。并且日志会对重复前缀做压缩，只保留和上一次不同的部分，降低日志体积。这对分析模型行为非常重要，因为我们可以回看模型在每一步看到的上下文，以及它为什么选择某个工具。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 20 秒
从本项目来看，模型主要发挥了五类能力。
第一是任务理解能力。用户输入通常是自然语言，模型需要从中判断目标、约束和下一步行动。例如用户要求修改功能时，模型要先判断应该阅读哪些文件，而不是直接猜测代码。
第二是规划能力。复杂任务需要被拆成多个步骤，比如读取项目结构、定位模块、修改代码、运行测试、根据结果继续修复。项目中的 Todo、任务板和子代理工具都可以承接这种规划能力。
第三是工具选择能力。模型看到工具 schema 后，需要判断什么时候调用 bash，什么时候调用 read_file，什么时候更新任务状态。这是编码代理区别于普通聊天机器人的关键能力。
第四是上下文总结能力。当对话历史过长时，auto_compact 会要求模型总结任务概况、当前状态、关键决策、下一步和需要保留的上下文。这个能力让长期任务可以继续推进。
第五是协作能力。对于 teammate 和 subagent，模型可以被赋予不同角色，并围绕指定 prompt 工作。这说明模型可以在一定程度上承担角色化任务分工。
但模型也有明显边界。它不能被完全信任去直接操作系统，所以路径安全、危险命令拦截、输出截断必须由代码实现。模型也可能选错工具、生成错误参数，或者在上下文压缩时遗漏细节。因此项目通过工具 handler、日志、transcript 和单元测试来兜底。总体来看，模型适合负责理解、规划和决策，而系统必须负责执行、安全和验证。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建议用时：55 秒
项目验证主要采用自动化单元测试。
这里有一个关键点：测试没有依赖真实模型。因为真实模型输出存在不确定性，如果直接调用真实模型，很难稳定判断测试是否通过。项目使用 Fake Provider 模拟模型响应，比如模拟模型返回文本，或者模拟模型返回 tool_use。这样就可以稳定测试 Runtime 的行为。
测试覆盖了多个方面：配置加载、CLI 子命令、文件工具、任务创建和依赖解除、团队消息发送和读取、后台结果注入、手动压缩、自动压缩、LLM 结构化日志等。
我实际运行了 pytest -q，当前结果是 52 个测试全部通过，用时 0.28 秒。这说明项目的核心模块和关键流程已经通过了可重复验证。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 分钟 20 秒
从应用效果来看，mini_code 已经形成了一个可以运行的 mini 编码代理。用户可以通过 CLI 进入对话，模型可以根据任务调用工具，系统可以保存任务、会话、后台任务和团队消息。
它的意义不在于替代成熟商业工具，而在于用一个可读、可改、可测试的小型项目，展示编码代理系统的核心组成。通过这个项目可以看到，真正可用的代理并不是只有一个模型，而是模型、工具、状态、安全策略和验证机制的组合。
最后总结一下：模型在系统中主要负责理解、规划和决策；系统代码主要负责工具执行、安全限制、状态持久化和结果验证。只有两者结合，才能构成一个相对可靠的编码代理。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731520"/>
            <a:ext cx="4389120" cy="4389120"/>
          </a:xfrm>
          <a:prstGeom prst="arc">
            <a:avLst/>
          </a:prstGeom>
          <a:noFill/>
          <a:ln w="254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972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8F2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 Python 编码代理系统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414016"/>
            <a:ext cx="4389120" cy="18288"/>
          </a:xfrm>
          <a:prstGeom prst="rect">
            <a:avLst/>
          </a:prstGeom>
          <a:solidFill>
            <a:srgbClr val="5C6B82"/>
          </a:solidFill>
          <a:ln w="12700">
            <a:solidFill>
              <a:srgbClr val="5C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852928"/>
            <a:ext cx="5577840" cy="2057400"/>
          </a:xfrm>
          <a:prstGeom prst="rect">
            <a:avLst/>
          </a:prstGeom>
          <a:solidFill>
            <a:srgbClr val="202B4A"/>
          </a:solidFill>
          <a:ln w="12700">
            <a:solidFill>
              <a:srgbClr val="35415F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63824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mini_code：模块化 Python 编码代理系统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核心能力：CLI 交互、模型调用、工具执行、任务管理、团队协作、上下文压缩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汇报重点：系统设计 + 模型使用方式 + 模型能力分析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7315200" y="1325880"/>
            <a:ext cx="960120" cy="9601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6733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325880"/>
            <a:ext cx="960120" cy="9601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6733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87000" y="2743200"/>
            <a:ext cx="960120" cy="960120"/>
          </a:xfrm>
          <a:prstGeom prst="ellipse">
            <a:avLst/>
          </a:prstGeom>
          <a:solidFill>
            <a:srgbClr val="F35B5B"/>
          </a:solidFill>
          <a:ln w="12700">
            <a:solidFill>
              <a:srgbClr val="F35B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30906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4160520"/>
            <a:ext cx="960120" cy="960120"/>
          </a:xfrm>
          <a:prstGeom prst="ellipse">
            <a:avLst/>
          </a:prstGeom>
          <a:solidFill>
            <a:srgbClr val="277DA1"/>
          </a:solidFill>
          <a:ln w="12700">
            <a:solidFill>
              <a:srgbClr val="277DA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50799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2788920"/>
            <a:ext cx="960120" cy="960120"/>
          </a:xfrm>
          <a:prstGeom prst="ellipse">
            <a:avLst/>
          </a:prstGeom>
          <a:solidFill>
            <a:srgbClr val="5D5FEF"/>
          </a:solidFill>
          <a:ln w="12700">
            <a:solidFill>
              <a:srgbClr val="5D5F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313639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810512"/>
            <a:ext cx="914400" cy="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1975104"/>
            <a:ext cx="685800" cy="713232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0" y="3584448"/>
            <a:ext cx="-914400" cy="91440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4187952"/>
            <a:ext cx="-914400" cy="-91440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852928"/>
            <a:ext cx="530352" cy="-914400"/>
          </a:xfrm>
          <a:prstGeom prst="line">
            <a:avLst/>
          </a:prstGeom>
          <a:noFill/>
          <a:ln w="15240">
            <a:solidFill>
              <a:srgbClr val="94A3B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01/10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秒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240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522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0906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代码理解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规划生成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017520" y="2633472"/>
            <a:ext cx="384048" cy="38404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508760"/>
            <a:ext cx="2240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810512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9522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5603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真实任务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794760" y="30906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/ 命令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/ 上下文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52160" y="2633472"/>
            <a:ext cx="384048" cy="38404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08760"/>
            <a:ext cx="2240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810512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5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9522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5603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流程痛点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29400" y="30906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单轮问答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难以闭环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686800" y="2633472"/>
            <a:ext cx="384048" cy="38404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508760"/>
            <a:ext cx="22402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64040" y="1810512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77D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19522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7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64040" y="25603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运行框架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464040" y="30906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 / 可扩展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1051560" y="4800600"/>
            <a:ext cx="10058400" cy="1115568"/>
          </a:xfrm>
          <a:prstGeom prst="rect">
            <a:avLst/>
          </a:prstGeom>
          <a:solidFill>
            <a:srgbClr val="EEF7F6"/>
          </a:solidFill>
          <a:ln w="12700">
            <a:solidFill>
              <a:srgbClr val="CBE9E6">
                <a:alpha val="9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9032" y="5111496"/>
            <a:ext cx="94366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大模型具备代码理解、规划和生成能力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真实开发任务需要：读写文件、执行命令、跟踪任务、长期上下文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单轮问答难以支撑复杂开发流程</a:t>
            </a:r>
            <a:endParaRPr lang="en-US" sz="1110" dirty="0"/>
          </a:p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需要一个可控、可扩展、可验证的代理运行框架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02/10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意义和价值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1821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14630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73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清晰模块边界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便于扩展和测试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1821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146304" cy="1600200"/>
          </a:xfrm>
          <a:prstGeom prst="rect">
            <a:avLst/>
          </a:prstGeom>
          <a:solidFill>
            <a:srgbClr val="277DA1"/>
          </a:solidFill>
          <a:ln w="12700">
            <a:solidFill>
              <a:srgbClr val="277D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673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7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完成代理交互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封装消息历史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1821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17320"/>
            <a:ext cx="146304" cy="1600200"/>
          </a:xfrm>
          <a:prstGeom prst="rect">
            <a:avLst/>
          </a:prstGeom>
          <a:solidFill>
            <a:srgbClr val="5D5FEF"/>
          </a:solidFill>
          <a:ln w="12700">
            <a:solidFill>
              <a:srgbClr val="5D5F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1673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D5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7072" y="2130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任务板 / 子代理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队友线程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731520" y="3730752"/>
            <a:ext cx="4526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30752"/>
            <a:ext cx="146304" cy="1600200"/>
          </a:xfrm>
          <a:prstGeom prst="rect">
            <a:avLst/>
          </a:prstGeom>
          <a:solidFill>
            <a:srgbClr val="F35B5B"/>
          </a:solidFill>
          <a:ln w="12700">
            <a:solidFill>
              <a:srgbClr val="F35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路径限制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危险命令拦截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4480560" y="3730752"/>
            <a:ext cx="4526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730752"/>
            <a:ext cx="146304" cy="16002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8032" y="4443984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可观察调用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分析工具选择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03/10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详细需求描述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417320"/>
            <a:ext cx="3063240" cy="1508760"/>
          </a:xfrm>
          <a:prstGeom prst="round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7876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73936" y="17007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基础交互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773936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mini-code chat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0288" y="1417320"/>
            <a:ext cx="3063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1456" y="164592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77D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7876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7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22976" y="17007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工具能力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522976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/ 读写 / 编辑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39328" y="1417320"/>
            <a:ext cx="3063240" cy="1508760"/>
          </a:xfrm>
          <a:prstGeom prst="round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164592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17876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72016" y="17007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状态能力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72016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Todo / 任务板 / 会话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3566160"/>
            <a:ext cx="3063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379476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D5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9364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5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73936" y="38496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智能能力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773936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 / 子代理 / 压缩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90288" y="3566160"/>
            <a:ext cx="3063240" cy="1508760"/>
          </a:xfrm>
          <a:prstGeom prst="round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91456" y="379476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5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9364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22976" y="38496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协作能力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522976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 / inbox / 认领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9328" y="3566160"/>
            <a:ext cx="3063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0496" y="3794760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775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39364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7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72016" y="38496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配置能力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272016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.env / 模型 ID / Base URL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04/10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 10 秒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5669280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27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6367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命令行入口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2404872"/>
            <a:ext cx="5504688" cy="713232"/>
          </a:xfrm>
          <a:prstGeom prst="rect">
            <a:avLst/>
          </a:prstGeom>
          <a:solidFill>
            <a:srgbClr val="277DA1"/>
          </a:solidFill>
          <a:ln w="12700">
            <a:solidFill>
              <a:srgbClr val="277D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6151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26243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代理主循环和工具调度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3392424"/>
            <a:ext cx="5340096" cy="713232"/>
          </a:xfrm>
          <a:prstGeom prst="rect">
            <a:avLst/>
          </a:prstGeom>
          <a:solidFill>
            <a:srgbClr val="5D5FEF"/>
          </a:solidFill>
          <a:ln w="12700">
            <a:solidFill>
              <a:srgbClr val="5D5F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602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 /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6118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任务、团队、文件、shell、子代理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4379976"/>
            <a:ext cx="5175504" cy="713232"/>
          </a:xfrm>
          <a:prstGeom prst="rect">
            <a:avLst/>
          </a:prstGeom>
          <a:solidFill>
            <a:srgbClr val="F35B5B"/>
          </a:solidFill>
          <a:ln w="12700">
            <a:solidFill>
              <a:srgbClr val="F35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4590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/ config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459943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模型调用、日志、环境配置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5394960"/>
            <a:ext cx="402336" cy="45720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89788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依赖方向：CLI -&gt; Runtime -&gt; Features/Tools/LLM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状态目录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55280" y="1965960"/>
            <a:ext cx="1325880" cy="384048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207111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.tasks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555480" y="1965960"/>
            <a:ext cx="1325880" cy="384048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8632" y="207111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.team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955280" y="2624328"/>
            <a:ext cx="1325880" cy="384048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729484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.sessions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555480" y="2624328"/>
            <a:ext cx="1325880" cy="384048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729484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.transcripts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955280" y="3282696"/>
            <a:ext cx="1325880" cy="384048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F35B5B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338785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.logs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589520" y="3886200"/>
            <a:ext cx="3794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4197096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架构分层：cli、runtime、features/tools、llm/config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依赖方向：CLI -&gt; Runtime -&gt; Features/Tools/LLM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状态目录：.tasks、.team、.sessions、.transcripts、.logs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05/10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解决方案详细设计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3063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556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973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压缩旧工具结果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3904488" y="1911096"/>
            <a:ext cx="292608" cy="29260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481328"/>
            <a:ext cx="3063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7556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77D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973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7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4688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注入后台结果和团队 inbox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744968" y="1911096"/>
            <a:ext cx="292608" cy="29260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481328"/>
            <a:ext cx="3063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13648" y="17556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D5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18973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5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45168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构建系统提示词和工具 schema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31520" y="3538728"/>
            <a:ext cx="3063240" cy="1143000"/>
          </a:xfrm>
          <a:prstGeom prst="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38130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9547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64208" y="3977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3904488" y="3968496"/>
            <a:ext cx="292608" cy="29260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538728"/>
            <a:ext cx="3063240" cy="1143000"/>
          </a:xfrm>
          <a:prstGeom prst="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38130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9547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3977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执行模型请求的工具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7744968" y="3968496"/>
            <a:ext cx="292608" cy="292608"/>
          </a:xfrm>
          <a:prstGeom prst="chevron">
            <a:avLst/>
          </a:prstGeom>
          <a:solidFill>
            <a:srgbClr val="B7C1D1"/>
          </a:solidFill>
          <a:ln w="12700">
            <a:solidFill>
              <a:srgbClr val="B7C1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538728"/>
            <a:ext cx="3063240" cy="1143000"/>
          </a:xfrm>
          <a:prstGeom prst="rect">
            <a:avLst/>
          </a:prstGeom>
          <a:solidFill>
            <a:srgbClr val="F0F7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13648" y="3813048"/>
            <a:ext cx="566928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775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39547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77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45168" y="3977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工具结果回注入历史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3364992" y="5532120"/>
            <a:ext cx="5440680" cy="502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5687568"/>
            <a:ext cx="4892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模型推理 -&gt; 工具执行 -&gt; 结果反馈 -&gt; 继续推理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06/10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 15 秒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模型使用方式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89888"/>
            <a:ext cx="278892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848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AnthropicProvider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.create_message()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2416" y="39319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F2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· 日志记录 · 可替换实现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5087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78308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25112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conversation history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schemas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max_tokens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7269480" y="15087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178308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5512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直接回复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tool_use 触发工具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3566160" y="2788920"/>
            <a:ext cx="457200" cy="0"/>
          </a:xfrm>
          <a:prstGeom prst="line">
            <a:avLst/>
          </a:prstGeom>
          <a:noFill/>
          <a:ln w="17780">
            <a:solidFill>
              <a:srgbClr val="9AA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2788920"/>
            <a:ext cx="457200" cy="0"/>
          </a:xfrm>
          <a:prstGeom prst="line">
            <a:avLst/>
          </a:prstGeom>
          <a:noFill/>
          <a:ln w="17780">
            <a:solidFill>
              <a:srgbClr val="9AA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4041648"/>
            <a:ext cx="5943600" cy="1115568"/>
          </a:xfrm>
          <a:prstGeom prst="rect">
            <a:avLst/>
          </a:prstGeom>
          <a:solidFill>
            <a:srgbClr val="EEF7F6"/>
          </a:solidFill>
          <a:ln w="12700">
            <a:solidFill>
              <a:srgbClr val="CBE9E6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4352544"/>
            <a:ext cx="53218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1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结构化日志：记录 request、response、error、duration、usage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07/10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 10 秒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模型能力分析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已利用能力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47088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5224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任务理解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246120" y="1847088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77DA1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95224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77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步骤规划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D5FE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65476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D5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9C74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665476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代码阅读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" y="3273552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35B5B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7870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长上下文总结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46120" y="3273552"/>
            <a:ext cx="19202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7759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37870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77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多代理拆分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52160" y="1298448"/>
            <a:ext cx="5257800" cy="3886200"/>
          </a:xfrm>
          <a:prstGeom prst="rect">
            <a:avLst/>
          </a:prstGeom>
          <a:solidFill>
            <a:srgbClr val="FFF7F4"/>
          </a:solidFill>
          <a:ln w="12700">
            <a:solidFill>
              <a:srgbClr val="F4B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664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1072" y="2212848"/>
            <a:ext cx="4434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能力边界：工具执行必须由系统兜底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上下文压缩可能丢失细节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复杂协作依赖明确协议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模型错误需通过测试和日志发现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5230368"/>
            <a:ext cx="1001268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349240"/>
            <a:ext cx="9418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模型适合负责理解、规划和决策；系统必须负责执行、安全和验证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08/10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 20 秒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验证方法和结果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1792" y="950976"/>
            <a:ext cx="411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200" y="42062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074920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7373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2331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单元测试覆盖配置、CLI、Runtime、LLM、工具、任务、团队、后台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Fake Provider 模拟模型响应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tool_use、压缩、日志、inbox、任务依赖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4526280" cy="44074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F2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-q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24871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138160" y="29077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 0.28s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47365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Fake Provider 避免真实模型输出的不确定性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09/10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秒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58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应用效果与总结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600200"/>
            <a:ext cx="4297680" cy="822960"/>
          </a:xfrm>
          <a:prstGeom prst="rect">
            <a:avLst/>
          </a:prstGeom>
          <a:solidFill>
            <a:srgbClr val="202B4A"/>
          </a:solidFill>
          <a:ln w="12700">
            <a:solidFill>
              <a:srgbClr val="3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764792"/>
            <a:ext cx="566928" cy="566928"/>
          </a:xfrm>
          <a:prstGeom prst="ellipse">
            <a:avLst/>
          </a:prstGeom>
          <a:solidFill>
            <a:srgbClr val="202B4A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9065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55648" y="19476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形成可运行的 mini 编码代理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5779008" y="1600200"/>
            <a:ext cx="4297680" cy="822960"/>
          </a:xfrm>
          <a:prstGeom prst="rect">
            <a:avLst/>
          </a:prstGeom>
          <a:solidFill>
            <a:srgbClr val="202B4A"/>
          </a:solidFill>
          <a:ln w="12700">
            <a:solidFill>
              <a:srgbClr val="34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07608" y="1764792"/>
            <a:ext cx="566928" cy="566928"/>
          </a:xfrm>
          <a:prstGeom prst="ellipse">
            <a:avLst/>
          </a:prstGeom>
          <a:solidFill>
            <a:srgbClr val="202B4A"/>
          </a:solidFill>
          <a:ln w="1524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07608" y="19065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93408" y="194767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支持本地工作区状态持久化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41248" y="2834640"/>
            <a:ext cx="4297680" cy="822960"/>
          </a:xfrm>
          <a:prstGeom prst="rect">
            <a:avLst/>
          </a:prstGeom>
          <a:solidFill>
            <a:srgbClr val="202B4A"/>
          </a:solidFill>
          <a:ln w="12700">
            <a:solidFill>
              <a:srgbClr val="34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2999232"/>
            <a:ext cx="566928" cy="566928"/>
          </a:xfrm>
          <a:prstGeom prst="ellipse">
            <a:avLst/>
          </a:prstGeom>
          <a:solidFill>
            <a:srgbClr val="202B4A"/>
          </a:solidFill>
          <a:ln w="15240">
            <a:solidFill>
              <a:srgbClr val="5D5F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1409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5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55648" y="318211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支持复杂任务拆分和多代理协作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779008" y="2834640"/>
            <a:ext cx="4297680" cy="822960"/>
          </a:xfrm>
          <a:prstGeom prst="rect">
            <a:avLst/>
          </a:prstGeom>
          <a:solidFill>
            <a:srgbClr val="202B4A"/>
          </a:solidFill>
          <a:ln w="12700">
            <a:solidFill>
              <a:srgbClr val="34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07608" y="2999232"/>
            <a:ext cx="566928" cy="566928"/>
          </a:xfrm>
          <a:prstGeom prst="ellipse">
            <a:avLst/>
          </a:prstGeom>
          <a:solidFill>
            <a:srgbClr val="202B4A"/>
          </a:solidFill>
          <a:ln w="15240">
            <a:solidFill>
              <a:srgbClr val="F35B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31409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3408" y="318211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支持模型调用可观测与可分析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1143000" y="4663440"/>
            <a:ext cx="46177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663440"/>
            <a:ext cx="4617720" cy="594360"/>
          </a:xfrm>
          <a:prstGeom prst="rect">
            <a:avLst/>
          </a:prstGeom>
          <a:solidFill>
            <a:srgbClr val="F35B5B"/>
          </a:solidFill>
          <a:ln w="12700">
            <a:solidFill>
              <a:srgbClr val="F35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85546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模型：理解 · 规划 · 决策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485546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系统：工具 · 安全 · 状态 · 验证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971800" y="56875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F2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二者结合，才构成可靠编码代理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mini_code 项目汇报  ·  10/10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652760" y="6419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 20 秒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mini_code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mini_code 项目汇报</dc:title>
  <dc:subject>mini_code 项目汇报</dc:subject>
  <dc:creator>mini_code</dc:creator>
  <cp:lastModifiedBy>mini_code</cp:lastModifiedBy>
  <cp:revision>1</cp:revision>
  <dcterms:created xsi:type="dcterms:W3CDTF">2026-06-07T06:25:42Z</dcterms:created>
  <dcterms:modified xsi:type="dcterms:W3CDTF">2026-06-07T06:25:42Z</dcterms:modified>
</cp:coreProperties>
</file>